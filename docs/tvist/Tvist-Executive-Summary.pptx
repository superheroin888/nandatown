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766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tvist</a:t>
            </a:r>
            <a:pPr algn="l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.ai</a:t>
            </a:r>
            <a:pPr algn="l" indent="0" marL="0">
              <a:buNone/>
            </a:pPr>
            <a:r>
              <a:rPr lang="en-US" sz="20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Executive summary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6949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settlement-trust layer for agentic commerce — jurisdiction, consent, escrow, and recall for AI agents that move money.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63524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3524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68680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73836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3836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adv. validators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78992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78992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024128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133856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" y="1389888"/>
            <a:ext cx="38313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now spend money on people's behalf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 in 6 Black Friday '25 purchases AI-assisted; trust is the #1 adoption barrier (Juniper).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 are instant and irrevocable by regulation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Pix, SEPA Instant, FedNow, UPI; fraud risk “up to 10× higher” (ECB).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were already broken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106M Visa disputes '25 → ~324M by '28; 40–80% friendly fraud; ~$28B/yr merchant losses.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29584"/>
            <a:ext cx="4160520" cy="2395728"/>
          </a:xfrm>
          <a:prstGeom prst="roundRect">
            <a:avLst>
              <a:gd name="adj" fmla="val 3053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630168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TODAY — ALL PARTIAL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" y="3895344"/>
            <a:ext cx="383133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Mastercard / Amex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 disputes only; protocols, not operations.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AP2 · ACP · OKX APP · x402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agent checkout; disputes “future scope” or absent.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 SaaS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cards only; nothing for irrevocable A2A or agent mandates.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(Modulr, Trustly…)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hold funds; no programmable dispute-aware escrow.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" y="5468112"/>
            <a:ext cx="3831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built the dispute + escrow layer across them.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TVIST SOLUTION — FOUR PRIMITIVES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137160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19472" y="1490472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19472" y="14904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12664" y="14630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Jurisdiction, agreed up front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12664" y="1737360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22-regime registry; governing dispute regime chosen before funds move — the Nash bargaining optimum. No overlap → no deal.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523744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9472" y="2642616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4919472" y="26426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12664" y="2615184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enforced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12664" y="2889504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Principal's mandate (budget, allowlist) checked before settlement — refused, not refunded after.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367588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19472" y="3794760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4919472" y="37947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12664" y="376732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Escrow, delivery-gated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312664" y="4041648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hold until delivery / attestation / time condition is provably met.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4828032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4946904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494690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12664" y="4919472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proof-gated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312664" y="5193792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only where the regime permits, in-window, on mandate-breach evidence. Unilateral clawbacks refused.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603504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orchestration layer — not a bank; regulated custody partners hold funds.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95360" y="1024128"/>
            <a:ext cx="3136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595360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</p:sp>
      <p:sp>
        <p:nvSpPr>
          <p:cNvPr id="43" name="Text 41"/>
          <p:cNvSpPr/>
          <p:nvPr/>
        </p:nvSpPr>
        <p:spPr>
          <a:xfrm>
            <a:off x="8595360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· console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0232136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534AB7"/>
          </a:solidFill>
          <a:ln/>
        </p:spPr>
      </p:sp>
      <p:sp>
        <p:nvSpPr>
          <p:cNvPr id="45" name="Text 43"/>
          <p:cNvSpPr/>
          <p:nvPr/>
        </p:nvSpPr>
        <p:spPr>
          <a:xfrm>
            <a:off x="10232136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· SDK · SKILL.md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595360" y="192024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05088" y="192024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DUAL-USE API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content-negotiated · self-describing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595360" y="2432304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05088" y="2432304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JURISDICTION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regimes · Nash-optimal pick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595360" y="2944368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05088" y="2944368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TRUST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vault · mandate checks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595360" y="3456432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05088" y="3456432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VALUE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conserved ledger · escrow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595360" y="3968496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705088" y="3968496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RESOLUTION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regime-gated recall · disputes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595360" y="448056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705088" y="448056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 + CUSTODY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 · SEPA · FedNow · UPI · M-Pesa …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595360" y="5120640"/>
            <a:ext cx="3136392" cy="1234440"/>
          </a:xfrm>
          <a:prstGeom prst="roundRect">
            <a:avLst>
              <a:gd name="adj" fmla="val 5926"/>
            </a:avLst>
          </a:prstGeom>
          <a:solidFill>
            <a:srgbClr val="151D3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23376" y="5193792"/>
            <a:ext cx="2880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TODAY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723376" y="5431536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Adversarially validated in MIT/NANDA's swarm rig — every attack blocked vs a plain ledger. </a:t>
            </a:r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dual-use API + site; agents integrate from one SKILL.md. DigiDoot (an agent per Indian citizen) as flagship use case.</a:t>
            </a:r>
            <a:endParaRPr lang="en-US" sz="880" dirty="0"/>
          </a:p>
        </p:txBody>
      </p:sp>
      <p:sp>
        <p:nvSpPr>
          <p:cNvPr id="61" name="Text 59"/>
          <p:cNvSpPr/>
          <p:nvPr/>
        </p:nvSpPr>
        <p:spPr>
          <a:xfrm>
            <a:off x="457200" y="6419088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 </a:t>
            </a:r>
            <a:pPr algn="l" indent="0" marL="0">
              <a:buNone/>
            </a:pPr>
            <a:r>
              <a:rPr lang="en-US" sz="9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competitive — networks get their intent standards operationalized; custody providers get their rules engine; agent platforms get the trust layer their checkout protocols defer. The wedge compounds with every rail, protocol, and jurisdiction added.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2026-07-05T21:40:12Z</dcterms:created>
  <dcterms:modified xsi:type="dcterms:W3CDTF">2026-07-05T21:40:12Z</dcterms:modified>
</cp:coreProperties>
</file>