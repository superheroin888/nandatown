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tvist</a:t>
            </a:r>
            <a:pPr algn="l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algn="l" indent="0" marL="0">
              <a:buNone/>
            </a:pPr>
            <a:r>
              <a:rPr lang="en-US" sz="20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settlement-trust layer for agentic commerce — jurisdiction, consent, escrow, and recall for AI agents that move money.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635240" y="1645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35240" y="548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0" y="1645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0" y="548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endpoints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738360" y="1645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38360" y="548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categories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89920" y="1645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89920" y="548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024128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133856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1389888"/>
            <a:ext cx="38313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spend money on people's behalf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 in 6 Black Friday '25 purchases AI-assisted; trust is the #1 adoption barrier (Juniper).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rails are instant and irrevocable by regulation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Pix, SEPA Instant, FedNow, UPI; fraud risk “up to 10× higher” (ECB).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were already broken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106M Visa disputes '25 → ~324M by '28; 40–80% friendly fraud; ~$28B/yr merchant losses.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4160520" cy="2395728"/>
          </a:xfrm>
          <a:prstGeom prst="roundRect">
            <a:avLst>
              <a:gd name="adj" fmla="val 3053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63016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TODAY — ALL PARTIAL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895344"/>
            <a:ext cx="383133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/ Mastercard / Amex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card disputes only; protocols, not operations.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· ACP · OKX APP · x402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agent checkout; disputes “future scope” or absent.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SaaS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cards only; nothing for irrevocable A2A or agent mandates.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(Modulr, Trustly…)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hold funds; no programmable dispute-aware escrow.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" y="5468112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built the dispute + escrow layer across them.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1024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TVIST SOLUTION — FOUR PRIMITIVES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371600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1490472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1490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12664" y="14630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Jurisdiction, agreed up front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12664" y="1737360"/>
            <a:ext cx="2862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22-regime registry; governing dispute regime chosen before funds move — the Nash bargaining optimum. No overlap → no deal.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523744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2642616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642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12664" y="26151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enforced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12664" y="2889504"/>
            <a:ext cx="2862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Principal's mandate (budget, allowlist) checked before settlement — refused, not refunded after.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675888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379476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3794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12664" y="37673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Escrow, delivery-gated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12664" y="4041648"/>
            <a:ext cx="2862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hold until delivery / attestation / time condition is provably met.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4828032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4946904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4946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12664" y="4919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proof-gated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12664" y="5193792"/>
            <a:ext cx="2862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only where the regime permits, in-window, on mandate-breach evidence. Unilateral clawbacks refused.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59436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Grounded in law: </a:t>
            </a:r>
            <a:pPr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disputes return the citation inline (BGB §177 · UCC §2-711).  </a:t>
            </a:r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x402 on-rail: </a:t>
            </a:r>
            <a:pPr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→ signed X-PAYMENT → receipt; replay-safe, consent-capped.  </a:t>
            </a:r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M2M: </a:t>
            </a:r>
            <a:pPr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chains &amp; one-call agent↔agent pacts — zero humans.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8595360" y="1024128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95360" y="1353312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8595360" y="135331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console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232136" y="1353312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534AB7"/>
          </a:solidFill>
          <a:ln/>
        </p:spPr>
      </p:sp>
      <p:sp>
        <p:nvSpPr>
          <p:cNvPr id="45" name="Text 43"/>
          <p:cNvSpPr/>
          <p:nvPr/>
        </p:nvSpPr>
        <p:spPr>
          <a:xfrm>
            <a:off x="10232136" y="135331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· SDK · SKILL.md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595360" y="1920240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01736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05088" y="1920240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DUAL-USE API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content-negotiated · self-describing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95360" y="2432304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05088" y="2432304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JURISDICTION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regimes · Nash-optimal pick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595360" y="2944368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05088" y="2944368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TRUST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· delegation chains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595360" y="3456432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5088" y="3456432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VALUE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 ledger · escrow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95360" y="3968496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05088" y="3968496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RESOLUTION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law-cited disputes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595360" y="4480560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01736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05088" y="4480560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+ CUSTODY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· SEPA · UPI · x402 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95360" y="5120640"/>
            <a:ext cx="3136392" cy="1234440"/>
          </a:xfrm>
          <a:prstGeom prst="roundRect">
            <a:avLst>
              <a:gd name="adj" fmla="val 5926"/>
            </a:avLst>
          </a:prstGeom>
          <a:solidFill>
            <a:srgbClr val="151D3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23376" y="5193792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TODAY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723376" y="5431536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Adversarially validated in MIT/NANDA's swarm rig — every attack blocked vs a plain ledger.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dual-use API + site: 29 endpoints incl. legal taxonomy, x402 + M2M; 592 tests green. DigiDoot as flagship use case.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457200" y="641908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  </a:t>
            </a:r>
            <a:pPr algn="l" indent="0" marL="0">
              <a:buNone/>
            </a:pPr>
            <a:r>
              <a:rPr lang="en-US" sz="9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competitive — networks get their intent standards operationalized; custody providers their rules engine; agent platforms the trust layer their protocols defer.  </a:t>
            </a:r>
            <a:pPr algn="l" indent="0" marL="0">
              <a:buNone/>
            </a:pPr>
            <a:r>
              <a:rPr lang="en-US" sz="950" i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demo — notional credits, not a bank; legal citations are not legal advice.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2026-07-05T22:38:34Z</dcterms:created>
  <dcterms:modified xsi:type="dcterms:W3CDTF">2026-07-05T22:38:34Z</dcterms:modified>
</cp:coreProperties>
</file>